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Sarajevo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371600" cy="36576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Partnerski prijedlog za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Turističku zajednicu Kantona Sarajevo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2026.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Vaš sadržaj zaslužuje više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 web sajt ima bogat sadržaj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vrhunskih atrakcija detaljno opisanih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Historijske šetnje, transport, hrana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 pratilaca na Instagramu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sve to živi na statičnim stranicama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Look aplikacijom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 sadržaj postaje interaktivan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 ga koriste u realnom vremenu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odgovara na pitanja iz vaših tekstova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objave žive u aplikaciji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brendirano — Visit Sarajevo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u brojkama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82880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1.226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objekata u bazi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182880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7889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aktivnih događaja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182880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funkcija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828800" cy="22860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903720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raspoloženja za filtriranje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Pokriva sve kafiće, restorane, barove, klubove, muzeje, galerije, parkove i znamenitosti u Sarajevu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Šetnje kroz historiju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Vaši turistički sadržaji pretvoreni u interaktivne 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Osmansko Sarajevo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Sebilj → Gazi Husrev-begova → Morića Han → Brusa bezistan → Baščaršija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755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 · 1.5 km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Sarajevo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807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Austrougarsko Sarajevo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Vijećnica → Latinski most → Katedrala → Narodno pozorište → Vječni plamen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807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1.8 km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154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Sarajevo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858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Evropski Jeruzalem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Pravoslavna → Sinagoga → Džamija → Katedrala → Saborna crkva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 · 1.0 km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Sarajevo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stanica prikazuje vaš opis, fotografiju objekta, vrijeme pješačenja i savjete šta pogledati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Pitaj Sarajevo — AI konksijerž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Vještačka inteligencija koja zna sve što ste objavili na vašem sajtu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Gdje je ubijen Franc Ferdinand?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Latinskom mostu, 28. juna 1914. Gavrilo Princip je izvršio atentat na nadvojvodu — događaj koji je pokrenuo Prvi svjetski rat. Muzej je otvoren 1920.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Gdje jesti tradicionalnu hranu?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Sarajevo nudi ašćinice (begova čorba, dolma), ćevabdžinice (ćevapi u somunu) i buregdžinice. Preporučujem Baščaršiju za autentičan doživljaj.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doći do Vrela Bosne?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1605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Tramvaj 3 do Ilidže, zatim fijakerima ili pješice 3 km drvoredom od 726 stabala. Izvor ima preko 60 podzemnih izvora.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stranica vašeg sajta pretvoreno u bazu znanja · Izvor: Visit Sarajevo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Još tri integracije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Vaši podaci o tramvajima, autobusima i trolejbusima prikazani na svakom objektu.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Primjer: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Tramvaj 3 → Baščaršija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pješice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46888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66160" y="2103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Vaše Instagram objave (@visitsarajevo.ba) prikazane kao horizontalni karusel na početnom ekranu.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33K+ pratilaca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post dostiže turiste u aplikaciji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468880" cy="292608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Događaji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Vaši događaji sa visitsarajevo.ba automatski se pojavljuju u aplikaciji.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put kad objavite novi događaj, Look ga preuzme u roku od nekoliko sati.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podaci atribuirani — "Izvor: Visit Sarajevo" prikazan na svakom elementu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Sarajevo Pasoš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Gamifikacija koja pokreće duže boravke i ponovne posjete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Baščaršija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64592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Vijećnica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64592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2336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Latinski most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64592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Tunel spasa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64592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Evropski Jeruzalem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10896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Bijambare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310896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37744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37744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Bjelašnica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310896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2336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02336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Skakavac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10896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66928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Vrelo Bosne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108960"/>
            <a:ext cx="1463040" cy="11887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315200" y="3794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Lukomir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Posjeti lokaciju → Osvoji pečat → Sakupi svih 10 → Postani </a:t>
            </a:r>
            <a:pPr algn="ctr" indent="0" marL="0">
              <a:buNone/>
            </a:pPr>
            <a:r>
              <a:rPr lang="en-US" sz="13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Sarajevo Explorer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"Na osnovu podataka Visit Sarajevo"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 brend prisutan na svakoj AI-generisanoj preporuci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6858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Generiše večernje planove koristeći vaše objekte i događaje. Svaki plan nosi atribuciju Visit Sarajevo.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6858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Iznenadi 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Spontani mikro-planovi od 2-3 stanice. Koristi vaše top atrakcije i opise.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7680960" cy="6858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Pametna pretraga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3383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 pitaju "Gdje jesti burek?" — AI odgovara iz vaših kategorija (ašćinice, buregdžinice, ćevabdžinice).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7680960" cy="68580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206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Gradski puls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4206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Dnevni AI sažetak šta se dešava u Sarajevu. Uključuje vaše događaje i turističke podatke.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Šta dobijate?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 sadržaj dostiže turiste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7556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Umjesto da se nadaju da će neko posjetiti vaš sajt, turisti nalaze vaš sadržaj tamo gdje ga trebaju — na ulici, u kafiću, dok planiraju večer.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prisutan u svakom trenutku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Sarajevo logo u zaglavlju, atribucija na svakoj AI preporuci, svaka šetnja, svaki opis — vaš brend.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Duge posjete, ponovni dolasci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584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Sarajevo Pasoš motiviše turiste da posjete svih 10 atrakcija. Heritage šetnje ih drže duže u gradu.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4988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 postojeći sadržaj već živi u aplikaciji. Svaki novi događaj koji objavite automatski se pojavljuje.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Šta dolazi sljedeće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Funkcionalnosti u razvoju — sve uključuje vaš brend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475488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93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627632"/>
            <a:ext cx="502920" cy="32918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2763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591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karusel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79222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Vaše @visitsarajevo.ba objave prikazane na početnom ekranu — svaki post dostiže turiste direktno u aplikaciji.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21408"/>
            <a:ext cx="7680960" cy="475488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2194560"/>
            <a:ext cx="502920" cy="32918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1945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1579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Klikabilni AI planovi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35915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stanica u AI planu postaje klikabilna — otvara detalje objekta sa fotografijom, recenzijama, satnicom i navigacijom.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688336"/>
            <a:ext cx="7680960" cy="475488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2761488"/>
            <a:ext cx="502920" cy="32918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7614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2724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Živi signali gužve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292608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 je ovdje?" brojači na svakom objektu. Trending Now sekcija pokazuje objekte sa najvećom aktivnošću.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255264"/>
            <a:ext cx="7680960" cy="475488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" y="3328416"/>
            <a:ext cx="502920" cy="32918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3284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3291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Odbrojavanje do događaja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54480" y="34930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"Počinje za 45 min" bedževi na događajima. Urgentnost pokreće akciju.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822192"/>
            <a:ext cx="7680960" cy="475488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4400" y="38770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" y="3895344"/>
            <a:ext cx="502920" cy="32918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89534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0" y="3858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"Upravo sada" mod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554480" y="405993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koji pokazuje samo objekte koji su SADA otvoreni, sortirane po popularnosti ili udaljenosti.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389120"/>
            <a:ext cx="7680960" cy="475488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" y="4443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8680" y="4462272"/>
            <a:ext cx="502920" cy="32918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44622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54480" y="4425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Automatski scraping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54480" y="462686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Vaši događaji sa visitsarajevo.ba automatski se pojavljuju u Look-u — bez ikakvog rada s vaše strane.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Sarajevo Stories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Vaše Instagram objave kao interaktivni karusel na početnom ekranu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32004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Sarajevo Stories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2103120"/>
            <a:ext cx="1280160" cy="201168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37360" y="2103120"/>
            <a:ext cx="1280160" cy="1280160"/>
          </a:xfrm>
          <a:prstGeom prst="rect">
            <a:avLst/>
          </a:prstGeom>
          <a:solidFill>
            <a:srgbClr val="3D3530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10512" y="342900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Baščaršija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10512" y="37947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@visitsarajevo.ba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1280160" cy="201168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03120"/>
            <a:ext cx="1280160" cy="1280160"/>
          </a:xfrm>
          <a:prstGeom prst="rect">
            <a:avLst/>
          </a:prstGeom>
          <a:solidFill>
            <a:srgbClr val="3D353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73552" y="342900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Bajramska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73552" y="37947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@visitsarajevo.ba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280160" cy="201168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03120"/>
            <a:ext cx="1280160" cy="1280160"/>
          </a:xfrm>
          <a:prstGeom prst="rect">
            <a:avLst/>
          </a:prstGeom>
          <a:solidFill>
            <a:srgbClr val="3D353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36592" y="342900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Sebilj pod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snijegom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6592" y="37947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@visitsarajevo.ba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2103120"/>
            <a:ext cx="1280160" cy="2011680"/>
          </a:xfrm>
          <a:prstGeom prst="rect">
            <a:avLst/>
          </a:prstGeom>
          <a:solidFill>
            <a:srgbClr val="2A242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2103120"/>
            <a:ext cx="1280160" cy="1280160"/>
          </a:xfrm>
          <a:prstGeom prst="rect">
            <a:avLst/>
          </a:prstGeom>
          <a:solidFill>
            <a:srgbClr val="3D3530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377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99632" y="342900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Ferhadija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noću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9632" y="37947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@visitsarajevo.ba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33K+ pratilaca → sadržaj dostiže turiste unutar aplikacije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Sarajevo Pasoš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Digitalni pasoš koji motiviše turiste da posjete sve vaše atrakcije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34747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 pečata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874520"/>
            <a:ext cx="5852160" cy="137160"/>
          </a:xfrm>
          <a:prstGeom prst="rect">
            <a:avLst/>
          </a:prstGeom>
          <a:solidFill>
            <a:srgbClr val="2A2420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1874520"/>
            <a:ext cx="1755648" cy="137160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2286000"/>
            <a:ext cx="1005840" cy="960120"/>
          </a:xfrm>
          <a:prstGeom prst="rect">
            <a:avLst/>
          </a:prstGeom>
          <a:solidFill>
            <a:srgbClr val="2A201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3736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56"/>
                </a:solidFill>
              </a:rPr>
              <a:t>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Baščaršija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26080" y="2286000"/>
            <a:ext cx="1005840" cy="960120"/>
          </a:xfrm>
          <a:prstGeom prst="rect">
            <a:avLst/>
          </a:prstGeom>
          <a:solidFill>
            <a:srgbClr val="2A201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56"/>
                </a:solidFill>
              </a:rPr>
              <a:t>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Vijećnica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0" y="2286000"/>
            <a:ext cx="1005840" cy="960120"/>
          </a:xfrm>
          <a:prstGeom prst="rect">
            <a:avLst/>
          </a:prstGeom>
          <a:solidFill>
            <a:srgbClr val="2A201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056"/>
                </a:solidFill>
              </a:rPr>
              <a:t>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Latinski most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0" y="228600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Tunel spasa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92240" y="228600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Evr. Jeruzalem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37360" y="347472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3736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Bijambare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0" y="347472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92608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Bjelašnica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0" y="347472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11480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Skakavac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03520" y="347472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0352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Vrelo Bosne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3474720"/>
            <a:ext cx="100584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3520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</a:rPr>
              <a:t>☆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9224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Lukomir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Posjeti → Osvoji pečat → Sakupi 10 → </a:t>
            </a:r>
            <a:pPr algn="ctr" indent="0" marL="0">
              <a:buNone/>
            </a:pPr>
            <a:r>
              <a:rPr lang="en-US" sz="12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Sarajevo Explorer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Klikabilni planovi + živi signali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planovi postaju interaktivni, objekti pokazuju aktivnost u realnom vremenu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840480" cy="32004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 — klikabilne stanice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011680"/>
            <a:ext cx="3383280" cy="10058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103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Tradicionalna bosanska večera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→  otvara detalje objekta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3200400"/>
            <a:ext cx="3383280" cy="1188720"/>
          </a:xfrm>
          <a:prstGeom prst="rect">
            <a:avLst/>
          </a:prstGeom>
          <a:solidFill>
            <a:srgbClr val="25201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3200400"/>
            <a:ext cx="1097280" cy="1188720"/>
          </a:xfrm>
          <a:prstGeom prst="rect">
            <a:avLst/>
          </a:prstGeom>
          <a:solidFill>
            <a:srgbClr val="3D353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747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Dveri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520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4.8  ·  Restoran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3703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Kujundžiluk 5, Baščaršija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Navigiraj   Pozovi   Sačuvaj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2004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Živi signali gužve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011680"/>
            <a:ext cx="3474720" cy="502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2057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Zlatna ribica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2677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ovdje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651760"/>
            <a:ext cx="3474720" cy="502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2697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Hacienda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9077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ovdje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3291840"/>
            <a:ext cx="3474720" cy="502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3337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↑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Tito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3547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ovdje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37760" y="3931920"/>
            <a:ext cx="3474720" cy="50292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3977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6400" y="3977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 Bosna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4187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Počinje za 45 min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Turisti vide gdje je gužva — i idu tamo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Sve ovo je vaš sadržaj.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A0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smo ga samo učinili interaktivnim.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D4A05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Hajde da razgovaramo o partnerstvu.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hype-alpha.vercel.app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 x Visit Sarajevo — Partnerski prijedlog</dc:title>
  <dc:subject>PptxGenJS Presentation</dc:subject>
  <dc:creator>Look - Sarajevo</dc:creator>
  <cp:lastModifiedBy>Look - Sarajevo</cp:lastModifiedBy>
  <cp:revision>1</cp:revision>
  <dcterms:created xsi:type="dcterms:W3CDTF">2026-03-22T13:28:08Z</dcterms:created>
  <dcterms:modified xsi:type="dcterms:W3CDTF">2026-03-22T13:28:08Z</dcterms:modified>
</cp:coreProperties>
</file>